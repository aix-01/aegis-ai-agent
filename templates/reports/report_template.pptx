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" roundtripDataSignature="AMtx7mhxpUFatcJ/wV9PvbBUrHQ1Jpf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2A6C"/>
                </a:solidFill>
                <a:latin typeface="Calibri"/>
                <a:ea typeface="Calibri"/>
                <a:cs typeface="Calibri"/>
                <a:sym typeface="Calibri"/>
              </a:rPr>
              <a:t>AEGIS AI AGENT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2A6C"/>
                </a:solidFill>
                <a:latin typeface="Calibri"/>
                <a:ea typeface="Calibri"/>
                <a:cs typeface="Calibri"/>
                <a:sym typeface="Calibri"/>
              </a:rPr>
              <a:t>CCTV 이상 상황 대응 보고서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발생 일시   | {{occurred_at}}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카메라      | {{camera_name}} ({{camera_location}})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이벤트 유형 | {{event_type}}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위험도      | {{risk_level}} ({{risk_score}})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상황 요약: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캡처 프레임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457200" y="3428995"/>
            <a:ext cx="27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대응 조치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457195" y="731525"/>
            <a:ext cx="548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{{frames}}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(4x2 이미지 그리드 배치 영역)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457200" y="382920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{{actions}}</a:t>
            </a:r>
            <a:endParaRPr/>
          </a:p>
        </p:txBody>
      </p:sp>
      <p:cxnSp>
        <p:nvCxnSpPr>
          <p:cNvPr id="96" name="Google Shape;96;p2"/>
          <p:cNvCxnSpPr/>
          <p:nvPr/>
        </p:nvCxnSpPr>
        <p:spPr>
          <a:xfrm>
            <a:off x="457200" y="6217920"/>
            <a:ext cx="82296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7" name="Google Shape;97;p2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보고서 생성: {{generated_at}} | AEGIS AI Agent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